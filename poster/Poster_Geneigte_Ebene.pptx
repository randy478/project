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151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432000"/>
            <a:ext cx="9612000" cy="90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ctr">
              <a:spcAft>
                <a:spcPts val="400"/>
              </a:spcAft>
            </a:pPr>
            <a:r>
              <a:rPr sz="6000" b="1">
                <a:solidFill>
                  <a:srgbClr val="000000"/>
                </a:solidFill>
                <a:latin typeface="Arial"/>
              </a:rPr>
              <a:t>Die geneigte Ebene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296000"/>
            <a:ext cx="9612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0">
                <a:solidFill>
                  <a:srgbClr val="000000"/>
                </a:solidFill>
                <a:latin typeface="Arial"/>
              </a:rPr>
              <a:t>und die Goldene Regel der Mechanik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800000"/>
            <a:ext cx="9612000" cy="288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von Can, Antonio, Florian und Philly (MCG)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448000"/>
            <a:ext cx="4626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Was ist 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952000"/>
            <a:ext cx="4626000" cy="216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eine schräge Fläche, z. B. eine Rampe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man zieht einen Körper die Rampe hoch, statt ihn senkrecht hochzuheben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dafür braucht man weniger Kraft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sie ist eine kraftumformende Einrichtung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6000" y="2448000"/>
            <a:ext cx="4626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Die Goldene Regel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6000" y="2952000"/>
            <a:ext cx="4626000" cy="216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„Was man an Kraft spart, muss man mit Strecke bezahlen.“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je länger die Strecke, desto kleiner die Kraft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die Arbeit W = F · s bleibt immer gleich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• Energie kann man so nicht sparen, nur Kraft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256000"/>
            <a:ext cx="9612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Beispiel an der Rampe</a:t>
            </a:r>
          </a:p>
        </p:txBody>
      </p:sp>
      <p:sp>
        <p:nvSpPr>
          <p:cNvPr id="10" name="Right Triangle 9"/>
          <p:cNvSpPr/>
          <p:nvPr/>
        </p:nvSpPr>
        <p:spPr>
          <a:xfrm flipH="1">
            <a:off x="1080000" y="6048000"/>
            <a:ext cx="4320000" cy="1620000"/>
          </a:xfrm>
          <a:prstGeom prst="rtTriangle">
            <a:avLst/>
          </a:prstGeom>
          <a:solidFill>
            <a:srgbClr val="DDDDDD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0366637">
            <a:off x="2643118" y="6643314"/>
            <a:ext cx="648000" cy="28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304196" y="6382820"/>
            <a:ext cx="741573" cy="278090"/>
          </a:xfrm>
          <a:prstGeom prst="line">
            <a:avLst/>
          </a:prstGeom>
          <a:ln w="38100">
            <a:solidFill>
              <a:srgbClr val="D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1118" y="5995314"/>
            <a:ext cx="1080000" cy="288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D00000"/>
                </a:solidFill>
                <a:latin typeface="Arial"/>
              </a:rPr>
              <a:t>F</a:t>
            </a:r>
          </a:p>
        </p:txBody>
      </p:sp>
      <p:sp>
        <p:nvSpPr>
          <p:cNvPr id="14" name="TextBox 13"/>
          <p:cNvSpPr txBox="1"/>
          <p:nvPr/>
        </p:nvSpPr>
        <p:spPr>
          <a:xfrm rot="20366637">
            <a:off x="3456000" y="6939000"/>
            <a:ext cx="720000" cy="288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616000" y="6048000"/>
            <a:ext cx="0" cy="162000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88000" y="6714000"/>
            <a:ext cx="1080000" cy="288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h = 1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0" y="5832000"/>
            <a:ext cx="3312000" cy="216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Ein Wagen (1 kg) wird 1 m hoch gebracht.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Senkrecht hochheben: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W = 9,8 N · 1,0 m = 9,8 J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Über die Rampe: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W = 4,1 N · 2,4 m = 9,8 J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Beide Male ist die Arbeit gleich.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8064000"/>
            <a:ext cx="9612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8568000"/>
            <a:ext cx="4500000" cy="288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Material: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Wagen (1 kg), Rampe, Kraftmesser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Aufbau: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Die Rampe endet immer in 1 m Höhe.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Durchführung: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Wir ziehen den Wagen langsam die Rampe hoch und lesen die Kraft F ab. Die Strecke s messen wir. Das machen wir mit verschieden steilen Rampen und rechnen jedes Mal F · s aus.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72000" y="8640000"/>
          <a:ext cx="4680000" cy="194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0000"/>
                <a:gridCol w="1560000"/>
                <a:gridCol w="1560000"/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s in m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 in N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 · s in N·m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72000" y="10728000"/>
            <a:ext cx="4680000" cy="90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Ergebnis: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F · s ist bei allen Rampen ungefähr 9,8 N·m. Damit stimmt die Goldene Regel.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000" y="11664000"/>
            <a:ext cx="9612000" cy="432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Beispiele aus dem Alltag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12168000"/>
            <a:ext cx="4626000" cy="1584000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Arial"/>
              </a:rPr>
              <a:t>Foto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13824000"/>
            <a:ext cx="4626000" cy="504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Passstraße: Die Kurven machen den Weg länger, dafür braucht man weniger Kraft.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6000" y="12168000"/>
            <a:ext cx="4626000" cy="1584000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Arial"/>
              </a:rPr>
              <a:t>Foto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26000" y="13824000"/>
            <a:ext cx="4626000" cy="504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Rampe: Man schiebt länger, aber leichter.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14580000"/>
            <a:ext cx="9612000" cy="360000"/>
          </a:xfrm>
          <a:prstGeom prst="rect">
            <a:avLst/>
          </a:prstGeom>
          <a:noFill/>
        </p:spPr>
        <p:txBody>
          <a:bodyPr wrap="square" anchor="t" lIns="36000" rIns="360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Quellen: Universum Physik (Schulbuch), S. 90–93; Fotos: eigene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