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74100" cy="30276698"/>
  <p:notesSz cx="30276698" cy="213741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1097280" y="457200"/>
            <a:ext cx="191795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0B4F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geneigte Ebene</a:t>
            </a:r>
            <a:endParaRPr lang="en-US" sz="13000" dirty="0"/>
          </a:p>
        </p:txBody>
      </p:sp>
      <p:sp>
        <p:nvSpPr>
          <p:cNvPr id="3" name="Autoren"/>
          <p:cNvSpPr txBox="1"/>
          <p:nvPr/>
        </p:nvSpPr>
        <p:spPr>
          <a:xfrm>
            <a:off x="1097280" y="2606040"/>
            <a:ext cx="191795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Can, Antonio, Florian und Philip</a:t>
            </a:r>
            <a:endParaRPr lang="en-US" sz="4400" dirty="0"/>
          </a:p>
        </p:txBody>
      </p:sp>
      <p:sp>
        <p:nvSpPr>
          <p:cNvPr id="4" name="Was ist das Titel"/>
          <p:cNvSpPr txBox="1"/>
          <p:nvPr/>
        </p:nvSpPr>
        <p:spPr>
          <a:xfrm>
            <a:off x="1645920" y="4206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das?</a:t>
            </a:r>
            <a:endParaRPr lang="en-US" sz="5600" dirty="0"/>
          </a:p>
        </p:txBody>
      </p:sp>
      <p:sp>
        <p:nvSpPr>
          <p:cNvPr id="5" name="Was ist das Text"/>
          <p:cNvSpPr txBox="1"/>
          <p:nvPr/>
        </p:nvSpPr>
        <p:spPr>
          <a:xfrm>
            <a:off x="1645920" y="5394960"/>
            <a:ext cx="82296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schräge Fläche, z. B. eine Rampe</a:t>
            </a:r>
            <a:endParaRPr lang="en-US" sz="3400" dirty="0"/>
          </a:p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zieht einen Körper die Rampe hoch, statt ihn senkrecht hochzuheben</a:t>
            </a:r>
            <a:endParaRPr lang="en-US" sz="3400" dirty="0"/>
          </a:p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dafür braucht man weniger Kraft</a:t>
            </a:r>
            <a:endParaRPr lang="en-US" sz="3400" dirty="0"/>
          </a:p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ist eine kraftumformende Einrichtung</a:t>
            </a:r>
            <a:endParaRPr lang="en-US" sz="3400" dirty="0"/>
          </a:p>
        </p:txBody>
      </p:sp>
      <p:sp>
        <p:nvSpPr>
          <p:cNvPr id="6" name="Goldene Regel Titel"/>
          <p:cNvSpPr txBox="1"/>
          <p:nvPr/>
        </p:nvSpPr>
        <p:spPr>
          <a:xfrm>
            <a:off x="11498580" y="4206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Goldene Regel</a:t>
            </a:r>
            <a:endParaRPr lang="en-US" sz="5600" dirty="0"/>
          </a:p>
        </p:txBody>
      </p:sp>
      <p:sp>
        <p:nvSpPr>
          <p:cNvPr id="7" name="Regel Zitat"/>
          <p:cNvSpPr txBox="1"/>
          <p:nvPr/>
        </p:nvSpPr>
        <p:spPr>
          <a:xfrm>
            <a:off x="11498580" y="5303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7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man an Kraft spart, muss man mit Strecke bezahlen.“</a:t>
            </a:r>
            <a:endParaRPr lang="en-US" sz="3600" dirty="0"/>
          </a:p>
        </p:txBody>
      </p:sp>
      <p:sp>
        <p:nvSpPr>
          <p:cNvPr id="8" name="Regel Text"/>
          <p:cNvSpPr txBox="1"/>
          <p:nvPr/>
        </p:nvSpPr>
        <p:spPr>
          <a:xfrm>
            <a:off x="11498580" y="740664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länger die Strecke, desto kleiner die Kraft</a:t>
            </a:r>
            <a:endParaRPr lang="en-US" sz="3400" dirty="0"/>
          </a:p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Arbeit W = F · s bleibt immer gleich</a:t>
            </a:r>
            <a:endParaRPr lang="en-US" sz="3400" dirty="0"/>
          </a:p>
          <a:p>
            <a:pPr marL="508000" indent="-508000">
              <a:spcAft>
                <a:spcPts val="1400"/>
              </a:spcAft>
              <a:buSzPct val="100000"/>
              <a:buChar char="•"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kann man so nicht sparen, nur Kraft</a:t>
            </a:r>
            <a:endParaRPr lang="en-US" sz="3400" dirty="0"/>
          </a:p>
        </p:txBody>
      </p:sp>
      <p:sp>
        <p:nvSpPr>
          <p:cNvPr id="9" name="Beispiel Titel"/>
          <p:cNvSpPr txBox="1"/>
          <p:nvPr/>
        </p:nvSpPr>
        <p:spPr>
          <a:xfrm>
            <a:off x="1645920" y="11978640"/>
            <a:ext cx="180822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 an der geneigten Ebene</a:t>
            </a:r>
            <a:endParaRPr lang="en-US" sz="5600" dirty="0"/>
          </a:p>
        </p:txBody>
      </p:sp>
      <p:pic>
        <p:nvPicPr>
          <p:cNvPr id="10" name="Diagramm Rampe" descr="../x/ppt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258800"/>
            <a:ext cx="8229600" cy="4813917"/>
          </a:xfrm>
          <a:prstGeom prst="rect">
            <a:avLst/>
          </a:prstGeom>
        </p:spPr>
      </p:pic>
      <p:sp>
        <p:nvSpPr>
          <p:cNvPr id="11" name="Beispiel Text"/>
          <p:cNvSpPr txBox="1"/>
          <p:nvPr/>
        </p:nvSpPr>
        <p:spPr>
          <a:xfrm>
            <a:off x="10515600" y="13258800"/>
            <a:ext cx="93268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Wagen (1 kg) wird 1 m hoch gebracht.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Senkrecht hochheben:</a:t>
            </a:r>
            <a:endParaRPr lang="en-US" sz="3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9,8 N · 1,0 m = 9,8 J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 die Rampe:</a:t>
            </a:r>
            <a:endParaRPr lang="en-US" sz="34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4,1 N · 2,4 m = 9,8 J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Male ist die Arbeit gleich.</a:t>
            </a:r>
            <a:endParaRPr lang="en-US" sz="3400" dirty="0"/>
          </a:p>
        </p:txBody>
      </p:sp>
      <p:sp>
        <p:nvSpPr>
          <p:cNvPr id="12" name="Experiment Titel"/>
          <p:cNvSpPr txBox="1"/>
          <p:nvPr/>
        </p:nvSpPr>
        <p:spPr>
          <a:xfrm>
            <a:off x="1645920" y="19019520"/>
            <a:ext cx="180822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E2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5600" dirty="0"/>
          </a:p>
        </p:txBody>
      </p:sp>
      <p:sp>
        <p:nvSpPr>
          <p:cNvPr id="13" name="Experiment Text"/>
          <p:cNvSpPr txBox="1"/>
          <p:nvPr/>
        </p:nvSpPr>
        <p:spPr>
          <a:xfrm>
            <a:off x="1645920" y="20116800"/>
            <a:ext cx="1810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Material: </a:t>
            </a:r>
            <a:pPr indent="0" marL="0">
              <a:spcAft>
                <a:spcPts val="1200"/>
              </a:spcAft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Wagen (200 g), Rampe, Kraftmesser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Aufbau: </a:t>
            </a:r>
            <a:pPr indent="0" marL="0">
              <a:spcAft>
                <a:spcPts val="1200"/>
              </a:spcAft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Rampe endet immer in 20 cm Höhe.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Durchführung: </a:t>
            </a:r>
            <a:pPr indent="0" marL="0"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ziehen den Wagen langsam die Rampe hoch und lesen die Kraft F ab. Die Strecke s messen wir. Das machen wir mit verschieden steilen Rampen und rechnen jedes Mal F · s aus.</a:t>
            </a:r>
            <a:endParaRPr lang="en-US" sz="3400" dirty="0"/>
          </a:p>
        </p:txBody>
      </p:sp>
      <p:graphicFrame>
        <p:nvGraphicFramePr>
          <p:cNvPr id="2" name="Mess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23500080"/>
          <a:ext cx="9326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4023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in cm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in N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· s in N·cm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0,45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3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2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Ergebnis Text"/>
          <p:cNvSpPr txBox="1"/>
          <p:nvPr/>
        </p:nvSpPr>
        <p:spPr>
          <a:xfrm>
            <a:off x="1645920" y="26974800"/>
            <a:ext cx="9326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</a:t>
            </a:r>
            <a:pPr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s ist bei allen Rampen ungefähr 33 N·cm (= 0,33 J). Damit stimmt die Goldene Regel.</a:t>
            </a:r>
            <a:endParaRPr lang="en-US" sz="3000" dirty="0"/>
          </a:p>
        </p:txBody>
      </p:sp>
      <p:pic>
        <p:nvPicPr>
          <p:cNvPr id="16" name="Foto Experiment" descr="../x/ppt/media/image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23500080"/>
            <a:ext cx="7863840" cy="5899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geneigte Ebene</dc:title>
  <dc:subject>PptxGenJS Presentation</dc:subject>
  <dc:creator>Can, Antonio, Florian und Philip</dc:creator>
  <cp:lastModifiedBy>Can, Antonio, Florian und Philip</cp:lastModifiedBy>
  <cp:revision>1</cp:revision>
  <dcterms:created xsi:type="dcterms:W3CDTF">2026-10-07T08:51:20Z</dcterms:created>
  <dcterms:modified xsi:type="dcterms:W3CDTF">2026-10-07T08:51:20Z</dcterms:modified>
</cp:coreProperties>
</file>